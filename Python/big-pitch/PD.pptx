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y Tam" userId="1448bc3d2c7ca9be" providerId="LiveId" clId="{3AA39CF1-9E88-45DB-B07B-F3E5E97E7D54}"/>
    <pc:docChg chg="modSld">
      <pc:chgData name="Jacky Tam" userId="1448bc3d2c7ca9be" providerId="LiveId" clId="{3AA39CF1-9E88-45DB-B07B-F3E5E97E7D54}" dt="2026-03-11T13:01:33.017" v="2" actId="1076"/>
      <pc:docMkLst>
        <pc:docMk/>
      </pc:docMkLst>
      <pc:sldChg chg="addSp modSp mod">
        <pc:chgData name="Jacky Tam" userId="1448bc3d2c7ca9be" providerId="LiveId" clId="{3AA39CF1-9E88-45DB-B07B-F3E5E97E7D54}" dt="2026-03-11T13:01:33.017" v="2" actId="1076"/>
        <pc:sldMkLst>
          <pc:docMk/>
          <pc:sldMk cId="2030025903" sldId="256"/>
        </pc:sldMkLst>
        <pc:picChg chg="add mod">
          <ac:chgData name="Jacky Tam" userId="1448bc3d2c7ca9be" providerId="LiveId" clId="{3AA39CF1-9E88-45DB-B07B-F3E5E97E7D54}" dt="2026-03-11T13:01:33.017" v="2" actId="1076"/>
          <ac:picMkLst>
            <pc:docMk/>
            <pc:sldMk cId="2030025903" sldId="256"/>
            <ac:picMk id="7" creationId="{A6C74DBF-59D8-1E98-C628-51A8A983E22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DC4A-15A6-9E0C-7194-820DB945F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75AD4-2AD7-F150-94CA-725245950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F7E60-E8BE-7E05-65E8-09C5171E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696DE-BF1D-7C7C-1F1E-C6AE30EE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4BC8D-1BFF-52BB-A38A-69479CF9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469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2ACC-A667-F579-930E-65DB9CA3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0C4D6-9FC4-2C9C-1580-495424C73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BC6EB-B372-ABFF-E121-B27A077BD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09824-EC26-49CB-2B29-1533EF77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80AF1-847A-29DB-A156-4B7FE3CA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40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39A8-C02C-074B-1EA6-F904BF51E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3BAE6-167E-5E59-59B5-590FD4E2A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4D4C5-9588-CF69-FDA8-4FA56524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76478-7BDB-09B1-4A92-7672EF16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28C7C-3F9C-53C3-3CF5-6C00D871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52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AA28-95C1-401D-3C85-5750C11A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EE28-0455-9198-D44F-6CEAE90CA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9B594-0F1D-3650-8C3E-31D252EC5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BC8EA-666C-0A9C-60A6-466CF9E1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C8117-F6B0-E701-DA4D-D73E02E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9423D-C7E2-68A1-A40C-DFF91112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29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A2BD-8052-7858-18FF-F6A32C65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E5785-7692-F1AD-ABAE-D4D4B92F5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866E4-D55F-8567-E070-206C888A4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CD39C-64AF-0EFE-FA60-06756AE7D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AA5A9A-3D41-E0B5-AAB4-C2121D04D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73F32-5713-9C3E-E135-87E127E1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9CF779-9945-3625-995C-633731E4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4165C-3D26-8AC8-D1DF-EA7B9D19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7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6948-B525-996B-9F70-58544034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5DC65A-6318-349B-37C4-279F39CF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22133-B100-E2F2-437F-60B7A2F1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87DD9-EC94-00A8-9B41-1BCFB59E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315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7E06B-EE16-04CB-D554-92A2B7CD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6B69EF-377D-2EE4-8F8F-351BFE49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358E0-9C85-EF0E-A2D8-72B8D9067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534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80BE-1D94-F39A-D449-161395AEE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45961-D83E-7EA2-2113-457B8A8B5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8B4C-7A80-483B-044B-EA50029C5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14E2F-FE19-817F-6C82-9D385C75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F2557-578C-B685-D966-F03FA159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AF2B8-60DA-C1A3-848C-DFC71C5C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841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5490-A9A5-4FC8-C81F-4BC898C4C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3D5753-5975-C8D3-577A-898D6214F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41F03-06D4-C7B8-539A-2A20530B0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5B78B-88EB-5252-5EDD-10F770AAF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A1195-BEDD-C9E3-2571-CC545A1C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E2B34-776B-869D-D93C-5150C01C7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38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4292D-5B28-8424-B387-8A81F7B2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DD876-AE5D-9A56-D74A-BE5333BD5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0C239-5D9F-D51C-6A7A-F12D5448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3EC85-FEB3-9043-B6C9-30E7D5FD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93D64-2061-E472-04B3-1C627E66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995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9F7124-76DB-2597-C8C9-A86497C2B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5F7B5-DCC7-37D1-934F-C054EF27D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8C19B-249B-3BA6-0ACF-E3D4E673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9A871-B368-EF6A-234F-89587C59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F7592-AA96-75A2-29A2-ECBDB5F29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97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66791F-975E-7365-F561-FE8773340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F9B17-CA2D-7C85-2B6C-9FBBB8EA2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1B9A4-6637-99A7-C3FE-74DC299B1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C21B1-3D8A-4C5F-A76E-E9A38B041AA9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F0D67-996F-EFC2-35DD-53D7C1771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D1E72-44C9-092A-A42B-96A3CBC03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854C9-19CE-4C06-B08F-F3C310422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04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2D1276-8232-4F8D-68A4-A9BBBC34A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4" y="1830600"/>
            <a:ext cx="5043948" cy="3196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C74DBF-59D8-1E98-C628-51A8A983E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663" y="1778893"/>
            <a:ext cx="5113389" cy="324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5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Tam</dc:creator>
  <cp:lastModifiedBy>Jacky Tam</cp:lastModifiedBy>
  <cp:revision>1</cp:revision>
  <dcterms:created xsi:type="dcterms:W3CDTF">2026-03-11T12:23:45Z</dcterms:created>
  <dcterms:modified xsi:type="dcterms:W3CDTF">2026-03-11T13:01:34Z</dcterms:modified>
</cp:coreProperties>
</file>