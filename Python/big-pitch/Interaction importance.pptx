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B73A-790B-0A66-F154-CFD2D10E9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9A894-1CBC-1638-4EC5-0DAC13358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42DE5-764A-E38D-F616-7C737DB9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30468-7A0B-070D-B24D-8CB0E3C5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86E11-B0CC-22F9-F734-CC80BEE0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42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2CB63-95EB-2717-6C63-230FD595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E660-5050-3052-117C-959F327FE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995F7-794D-F68B-2572-59D090EA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B0A43-EB42-9FD9-B22C-23A138B2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1D764-8FB9-09F0-A79F-8FF648B5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762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8D26-8DEF-38E6-ECD2-837280D99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48687-A7F9-F2DD-FDD2-DD22B70F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534B3-4AE7-E447-C154-FFC0CDC4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EF779-07B4-13BE-935D-776F8A2E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28FAA-C228-E0B2-9B22-D4D77BEF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30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81C9-578D-A52E-9CED-99DBA1E1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5DCE5-CCE2-7AE4-DF4E-770C06DD6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11AC1-7DC2-4950-329A-661FA16C2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40F7F-4F58-A59D-F9A7-202FDE5BA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A798F-A4D5-2BD7-FE06-3EEA8ACAE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ADA55-2F27-09C5-C01E-F6F191634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88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DAE4-9413-BF84-59E9-1CC14CBDC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877D8-847D-C118-E428-42F1D8F30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BF78B-1802-8959-F46B-B5DA9989E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5B2367-6F21-4D6E-E8DB-F15710BB9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F735F-437A-3B0C-2EA0-D0018318D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3F87C-125E-309F-5F2D-08992A2D6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30F88-4E4B-D769-F700-1BDD2BDAE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BDC6C-15FD-AE43-472B-9CF7BC99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46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8CD5-7022-22BB-9F3A-C309AC845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BEFFE-AF76-7CDD-31B0-29B40A54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11C22-6235-401A-9E4D-6E7E606B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AB121-8E13-592B-5099-6321E7CC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5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2A02A-4A16-51F6-481D-9BD942C1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7ABD5F-0033-8105-0958-899FBE4B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F78CB-3F32-33FB-98AA-0B005A4D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492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E51B-759D-E172-CE24-0C9D1B51C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31A28-D569-B596-E435-2B17D3FDE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A55ED-FF42-40AD-FE59-50AE9772B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9FC36-AA1D-7FD4-AB43-E2A74202C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4F434-0C37-076A-2D29-940137DD6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356DE-B1C6-61FC-94AA-F944125C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782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A187-8A2C-AE1D-F81A-9088D3C5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56CE1-2F5F-1934-5FD1-F4FFB3E4A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7A820-DEDE-C156-610F-F43B712F5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87C23-912A-B7FB-45BA-E8AB8981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10C6C-70F3-5669-3CB0-4AB40374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57C7C-7311-E555-660B-EA0F418F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0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2D473-DFC1-E99E-5C76-0A08C98B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30475-B4FE-4F28-2E8B-0E01BA994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8445F-18DA-7C32-65F0-621CA3B2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D64B2-2ED7-1532-BCD3-7C1F5477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C85D-58EC-D1FE-6B99-AA103DE2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13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05188A-5E64-D496-9CC8-345685987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CDCE4-B996-67BA-4876-578E4AE45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9B526-6C8A-0C87-47C8-DB60DBCB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A12B7-6B00-B2C8-AA17-4ED99B812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95F61-2F2E-962A-F5C5-B4D8AF10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89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D25E82-3F28-D0E8-A809-3BA09EE3F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B679F-F359-3D87-0487-5052E0A90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A0589-7FD1-1561-44C7-A85CF378B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BBBD9-CC1F-4473-9143-8539FB3CB85A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B1AF2-63BC-590E-30F6-741DA9BA44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A17A4-F574-9AFC-827D-C23126CCE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D1297-C871-4663-8B53-85A76A26C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1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2439D8-F405-5350-9016-0CD865324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00125"/>
            <a:ext cx="113157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2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Tam</dc:creator>
  <cp:lastModifiedBy>Jacky Tam</cp:lastModifiedBy>
  <cp:revision>1</cp:revision>
  <dcterms:created xsi:type="dcterms:W3CDTF">2026-03-11T11:46:06Z</dcterms:created>
  <dcterms:modified xsi:type="dcterms:W3CDTF">2026-03-11T11:47:00Z</dcterms:modified>
</cp:coreProperties>
</file>