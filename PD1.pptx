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3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95F79-A269-6866-A9A3-F74C7788B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76530-B956-7F58-1023-0D3DE4137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C27E4-D772-58B7-FE5D-72C191B4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BBFD6-0D8D-B11A-007F-01DF30C4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1739E-1EDA-8132-C5B9-3F7EDAE8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3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EBF59-E9AA-79A1-B030-516C5E5A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3535-FF13-D5E5-B7CB-6BB417308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20DC6-D204-E08F-15D3-E0E89EB4B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FE41C-7524-C9D9-D97A-E4161D21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2ACA7-84AB-E381-C4BD-A3168898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63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D739-788D-9A9B-015A-2961A942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2E7B3-5C10-ADDF-166C-A9495D745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74D90-41CA-ED5B-34E3-8A39B029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30AD-7F46-4E02-F0B8-DB3FC363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6E5D1-62E8-BB15-04C3-4E3D4E5D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57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E1643-1335-AC56-2E27-43F6A285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F57E0-692D-7670-ECA1-6E690BD60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38824-0A1D-44C2-ACB0-0B11C9501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028F3-0326-56C3-2BB7-097EBC3C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1EA8B-59D3-7F58-1AF9-71CC4BEE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6815D-7678-F938-86C5-97666D7A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5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C184-9022-262E-EEDE-25F7E58CF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A15D1-D5E2-D0A7-2EDE-AA3774401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CD7BE-BDE1-2E06-76E1-7BED35CC5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FEB379-929E-7EA7-D3EC-F72C7938B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AD1AC-EED7-42CD-E3A6-DD1C6B3A6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09B24-35A4-5465-CA96-165FB85C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179036-B4D9-6D07-DA11-9516FDA76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451DC-ED5D-68BC-ABCE-07837547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722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85F4C-10F0-1DB5-1F82-9F409E139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73772-80ED-CCA0-0AE4-F7819F7F0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8F549-5D84-AE0C-0304-09155B52F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2010F-6483-719E-F01D-ECDC4623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06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5A6339-3B60-7736-F983-1181AF16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250ED-19E2-AF0E-2153-ACD13867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168EE-74CF-7BE3-0F90-2F214969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15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F48A2-DB79-B427-8B2A-31440BDE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2983-9D78-6495-90C7-C5C634B2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9661B-4572-D357-9F6C-27C9FF66E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091C0-2F19-06F4-7BD5-9F63841C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F663C-52AD-4227-F337-1DEC16E0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050CA-5E77-5B51-1237-6005F660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25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B65F-78C8-F7F4-B831-C1392C5F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FE5260-082E-41D8-C9E0-AE90E7137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3BB58-1872-5669-AE4C-FD8395F2C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3B107-43E0-8AFA-EF76-E091A7F1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3201-81DB-F510-E688-7254F736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CDCDE-ABA9-289E-065B-C4E0941B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81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3CD4-3148-EB25-2BF4-6FEA0A3A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C3FD81-D261-96AA-B9DC-E59A9EE17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5D9C1-7719-256A-98C7-9836B1D74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258BD-738D-0FF4-58A8-2AD6D72E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C889D-B7F6-CA9F-6026-7E4F1005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143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E49DC5-6441-7F04-3898-F425DB9E28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0F86F-1112-9058-553A-5B7B8241A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BB442-DCD7-4826-0A74-5C2007B5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AE414-1178-9D7F-AC8C-5B52B446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8680F-E17E-1E78-606D-D742F33E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67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2A13C2-8069-F235-900C-376F53F7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23008-CCDA-41D9-7F0B-5585E7879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CA690-5F1B-D204-E188-9126ECBC8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7503E-00C7-4803-AA36-DDAC183B9E51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485F6-AD32-0313-BD03-95DB4352F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2F413-0D3C-1EEA-D5A0-27AA9E5BA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6C2C7-C42F-498C-A277-EC96CACA4A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035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7FE118-5D6C-3F6A-C532-E47720875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42875"/>
            <a:ext cx="10896600" cy="6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4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Tam</dc:creator>
  <cp:lastModifiedBy>Jacky Tam</cp:lastModifiedBy>
  <cp:revision>1</cp:revision>
  <dcterms:created xsi:type="dcterms:W3CDTF">2026-03-11T13:59:01Z</dcterms:created>
  <dcterms:modified xsi:type="dcterms:W3CDTF">2026-03-11T13:59:28Z</dcterms:modified>
</cp:coreProperties>
</file>